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26C3-9A70-DDAC-0793-A7FECC00F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B9D11-6652-D43D-9295-72921A08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F6015-6669-464B-BF3A-3B4D090B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CDC7-452B-55F9-5DA7-D8BFDF2F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5FE77-30B0-3DA9-47F4-74AF93F4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EB7E-75FD-4351-E952-8D515AA3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F9A3-2340-53D6-191C-3B8EA660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2F67-6F7B-0FCD-7404-B400CC4E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87E89-24A5-69A4-BFA7-0FE36243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0AA1-ADD0-4BBD-0E81-DFBEFEEA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8A5C-D6C3-296E-1EC5-0EC232D0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1254B-3C87-BBF4-5C72-AF33D3911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1DDEC-156F-F436-0EB2-A07043CA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208F-3C1A-5215-1BE7-0D0055A6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DE6E-D2FE-A380-2A97-EC595D3F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3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A95C-FB3D-8086-4F0B-D9BEA2E9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CDD5-27CA-1EE9-3B54-FEC974056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4F839-A1CB-811D-BD11-BF661AB5E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12B24-E610-4D2B-F70D-756557EE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FE814-1F40-39DC-45C8-90C2A009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66C0B-A497-1372-2A1D-6F392FA4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3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B94F-C438-3B73-9C8C-3C45E123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80E64-B22C-F36B-B896-5084805A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EDF62-FFEE-BC99-3C10-42DC1397D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99FFA-3536-01E5-B243-943EC2444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DBE78-ACF6-1F16-FDD6-8A906DB03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BCDC2-7460-94FA-F3E4-E6936FB0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7EFC7-AA97-BDA4-D59D-4112639B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A1162C-00BA-C422-1689-03E35742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A01D-8D2B-A642-6470-A568CC98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652CD7-78B5-6BC1-7CCE-24CE4156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7E051-D287-EDE9-9DB8-A172556B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4B78A-7E29-B942-BBBC-C7641115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CF59F-3DEE-7095-9FA6-A6F6229D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905A0-CC69-1180-ED0B-94E7FE5B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3677E-9C47-F6A4-92F1-82AF0F7E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2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3570-E520-BDF8-845E-51BCD1E8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41D2-75A5-07B2-B2D7-23AD3E9AB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7DCF-53C9-BD91-8D9C-C289CB0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217FD-614B-3473-C03A-81C5B630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1ED16-4923-4A9F-411E-4E4E6718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F3B6D-7FF5-2870-EC46-40D58D34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0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A7AE-9844-B8D6-FF46-7ABB6D2A1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1DE25-0F04-5475-12FE-1528500B1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10FA5-4373-ECDF-667B-92EBB5022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362D4-CBBE-0774-41DE-CCF23C26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4BE66-078B-7184-27E2-40BEA8F3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A821C-6354-0741-ED1B-5C5BD431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7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A0E8-C577-7DE1-4F6D-490824D0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0846C-DC40-7619-77ED-C4A68319F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2207C-96BA-F52A-8971-9B4FFAF0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30D94-B06D-8450-EE0A-6F77913F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75E9F-E34D-361C-9FE1-93276191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8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1DE5E9-A3C5-DB43-B7DF-9E0B4D605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AA1D1-87DE-4FE2-005B-73D835A4B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0E4EA-4244-8BA1-478A-DD2A943C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4B55-43CF-4B7F-95A0-CF788A8C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0844C-1D90-1468-696F-5187EE29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2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1A486-0D05-117D-25BD-F15F028F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09050-3292-D903-C25E-A68BEF81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C1D43-A666-371A-1B8F-BD089A3AB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D2621-1463-47D6-A797-1A9267B424FA}" type="datetimeFigureOut">
              <a:rPr lang="en-US" smtClean="0"/>
              <a:t>25/09/24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5C1A-DCDB-89C1-439E-B0913DBA2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9173D-178B-3E39-1E04-CDF78420C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6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45D947-BB54-721C-4B70-82A112DE7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2397"/>
            <a:ext cx="5619750" cy="3714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FB210A-3AFD-4073-594C-51A44BBA3E5D}"/>
              </a:ext>
            </a:extLst>
          </p:cNvPr>
          <p:cNvSpPr txBox="1"/>
          <p:nvPr/>
        </p:nvSpPr>
        <p:spPr>
          <a:xfrm>
            <a:off x="1844703" y="230588"/>
            <a:ext cx="1469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weighting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3E80F-1EFD-A7E8-5D24-F2B8E8338B4A}"/>
              </a:ext>
            </a:extLst>
          </p:cNvPr>
          <p:cNvSpPr txBox="1"/>
          <p:nvPr/>
        </p:nvSpPr>
        <p:spPr>
          <a:xfrm>
            <a:off x="6694998" y="151075"/>
            <a:ext cx="1851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Weighted</a:t>
            </a:r>
            <a:r>
              <a:rPr lang="de-CH" dirty="0"/>
              <a:t> (mass)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A1D907-DEA6-559E-8574-A29843DD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399" y="792397"/>
            <a:ext cx="5619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0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CF401A-C429-0F59-EE3F-F4B0B9E8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83" y="2024849"/>
            <a:ext cx="5619750" cy="3714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78C053-13C1-8E64-8155-2709DADC091C}"/>
              </a:ext>
            </a:extLst>
          </p:cNvPr>
          <p:cNvSpPr txBox="1"/>
          <p:nvPr/>
        </p:nvSpPr>
        <p:spPr>
          <a:xfrm>
            <a:off x="1781092" y="1049572"/>
            <a:ext cx="92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Start-</a:t>
            </a:r>
            <a:r>
              <a:rPr lang="de-CH" dirty="0" err="1"/>
              <a:t>ts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E9695-C612-0BC7-03AC-925AC997D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24849"/>
            <a:ext cx="5619750" cy="3714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2FFB30-8EAD-DB2D-F15C-2328E9113E94}"/>
              </a:ext>
            </a:extLst>
          </p:cNvPr>
          <p:cNvSpPr txBox="1"/>
          <p:nvPr/>
        </p:nvSpPr>
        <p:spPr>
          <a:xfrm>
            <a:off x="7203882" y="1049572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(</a:t>
            </a:r>
            <a:r>
              <a:rPr lang="de-CH" dirty="0" err="1"/>
              <a:t>Start+fin</a:t>
            </a:r>
            <a:r>
              <a:rPr lang="de-CH" dirty="0"/>
              <a:t>)/2 - </a:t>
            </a:r>
            <a:r>
              <a:rPr lang="de-CH" dirty="0" err="1"/>
              <a:t>ts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592EBE-2AC8-0162-DF90-F96B257B3462}"/>
              </a:ext>
            </a:extLst>
          </p:cNvPr>
          <p:cNvSpPr txBox="1"/>
          <p:nvPr/>
        </p:nvSpPr>
        <p:spPr>
          <a:xfrm>
            <a:off x="7437748" y="5599522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G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EEAB6-8699-6B31-6FD7-76CCEAD74C78}"/>
              </a:ext>
            </a:extLst>
          </p:cNvPr>
          <p:cNvSpPr txBox="1"/>
          <p:nvPr/>
        </p:nvSpPr>
        <p:spPr>
          <a:xfrm>
            <a:off x="6749592" y="55995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X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8AF4C-D38D-91CA-EFE6-13B0CB6B8AEA}"/>
              </a:ext>
            </a:extLst>
          </p:cNvPr>
          <p:cNvSpPr txBox="1"/>
          <p:nvPr/>
        </p:nvSpPr>
        <p:spPr>
          <a:xfrm>
            <a:off x="8239027" y="562376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M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A2FEB9-D23B-C343-C87C-D5198B15FE92}"/>
              </a:ext>
            </a:extLst>
          </p:cNvPr>
          <p:cNvSpPr txBox="1"/>
          <p:nvPr/>
        </p:nvSpPr>
        <p:spPr>
          <a:xfrm>
            <a:off x="8905875" y="562007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52C84-1149-9A04-0788-BE1F480960BF}"/>
              </a:ext>
            </a:extLst>
          </p:cNvPr>
          <p:cNvSpPr txBox="1"/>
          <p:nvPr/>
        </p:nvSpPr>
        <p:spPr>
          <a:xfrm>
            <a:off x="10001786" y="5599522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54E64-EFFD-D529-01DB-8BD8E260A56A}"/>
              </a:ext>
            </a:extLst>
          </p:cNvPr>
          <p:cNvSpPr txBox="1"/>
          <p:nvPr/>
        </p:nvSpPr>
        <p:spPr>
          <a:xfrm>
            <a:off x="10665446" y="56200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X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417137-CEEA-0043-B2D2-CD3B89E9AE4B}"/>
              </a:ext>
            </a:extLst>
          </p:cNvPr>
          <p:cNvSpPr txBox="1"/>
          <p:nvPr/>
        </p:nvSpPr>
        <p:spPr>
          <a:xfrm>
            <a:off x="11262165" y="562007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Empa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Rulev, Alexey</dc:creator>
  <cp:lastModifiedBy>Rulev, Alexey</cp:lastModifiedBy>
  <cp:revision>1</cp:revision>
  <dcterms:created xsi:type="dcterms:W3CDTF">2025-09-24T09:55:54Z</dcterms:created>
  <dcterms:modified xsi:type="dcterms:W3CDTF">2025-09-26T12:43:42Z</dcterms:modified>
</cp:coreProperties>
</file>